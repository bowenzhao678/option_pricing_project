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0" r:id="rId4"/>
    <p:sldMasterId id="214748369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Lexend Light"/>
      <p:regular r:id="rId14"/>
      <p:bold r:id="rId15"/>
    </p:embeddedFont>
    <p:embeddedFont>
      <p:font typeface="Plus Jakarta Sans Medium"/>
      <p:regular r:id="rId16"/>
      <p:bold r:id="rId17"/>
      <p:italic r:id="rId18"/>
      <p:boldItalic r:id="rId19"/>
    </p:embeddedFont>
    <p:embeddedFont>
      <p:font typeface="Lexen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regular.fntdata"/><Relationship Id="rId21" Type="http://schemas.openxmlformats.org/officeDocument/2006/relationships/font" Target="fonts/Lexend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LexendLight-bold.fntdata"/><Relationship Id="rId14" Type="http://schemas.openxmlformats.org/officeDocument/2006/relationships/font" Target="fonts/LexendLight-regular.fntdata"/><Relationship Id="rId17" Type="http://schemas.openxmlformats.org/officeDocument/2006/relationships/font" Target="fonts/PlusJakartaSansMedium-bold.fntdata"/><Relationship Id="rId16" Type="http://schemas.openxmlformats.org/officeDocument/2006/relationships/font" Target="fonts/PlusJakartaSansMedium-regular.fntdata"/><Relationship Id="rId19" Type="http://schemas.openxmlformats.org/officeDocument/2006/relationships/font" Target="fonts/PlusJakartaSansMedium-boldItalic.fntdata"/><Relationship Id="rId18" Type="http://schemas.openxmlformats.org/officeDocument/2006/relationships/font" Target="fonts/PlusJakarta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31e11d4983d_1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31e11d4983d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6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g31e11d4983d_1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8" name="Google Shape;1918;g31e11d4983d_1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g31e11d4983d_1_3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4" name="Google Shape;1954;g31e11d4983d_1_3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5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" name="Google Shape;1976;g31e11d4983d_1_2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7" name="Google Shape;1977;g31e11d4983d_1_2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31e66f41c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31e66f41c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g31e11d4983d_1_3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6" name="Google Shape;2026;g31e11d4983d_1_3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g31e11d4983d_1_3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8" name="Google Shape;2058;g31e11d4983d_1_3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solid with header">
  <p:cSld name="CUSTOM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4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3168">
          <p15:clr>
            <a:srgbClr val="E46962"/>
          </p15:clr>
        </p15:guide>
        <p15:guide id="3" orient="horz" pos="936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grid with header">
  <p:cSld name="CUSTOM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4" name="Google Shape;64;p1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" name="Google Shape;120;p1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" name="Google Shape;121;p1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3" name="Google Shape;123;p1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5"/>
          <p:cNvSpPr txBox="1"/>
          <p:nvPr>
            <p:ph idx="4" type="subTitle"/>
          </p:nvPr>
        </p:nvSpPr>
        <p:spPr>
          <a:xfrm>
            <a:off x="5767125" y="57270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5"/>
          <p:cNvSpPr txBox="1"/>
          <p:nvPr>
            <p:ph type="title"/>
          </p:nvPr>
        </p:nvSpPr>
        <p:spPr>
          <a:xfrm>
            <a:off x="208725" y="344175"/>
            <a:ext cx="5340900" cy="18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" name="Google Shape;139;p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" name="Google Shape;140;p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" name="Google Shape;144;p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" name="Google Shape;145;p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" name="Google Shape;152;p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" name="Google Shape;153;p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" name="Google Shape;156;p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" name="Google Shape;158;p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" name="Google Shape;160;p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" name="Google Shape;161;p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" name="Google Shape;162;p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" name="Google Shape;163;p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" name="Google Shape;164;p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" name="Google Shape;165;p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" name="Google Shape;166;p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" name="Google Shape;167;p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" name="Google Shape;168;p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" name="Google Shape;169;p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" name="Google Shape;170;p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" name="Google Shape;171;p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" name="Google Shape;172;p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" name="Google Shape;173;p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" name="Google Shape;174;p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6" name="Google Shape;176;p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" name="Google Shape;177;p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" name="Google Shape;178;p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" name="Google Shape;179;p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" name="Google Shape;180;p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" name="Google Shape;181;p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" name="Google Shape;182;p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" name="Google Shape;186;p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" name="Google Shape;187;p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90" name="Google Shape;190;p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91" name="Google Shape;191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3" name="Google Shape;193;p16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5" name="Google Shape;195;p1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1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99" name="Google Shape;199;p1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0" name="Google Shape;220;p1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3" name="Google Shape;243;p1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4" name="Google Shape;244;p1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5" name="Google Shape;245;p1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6" name="Google Shape;246;p1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7" name="Google Shape;247;p1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8" name="Google Shape;248;p1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49" name="Google Shape;249;p1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0" name="Google Shape;250;p1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1" name="Google Shape;251;p1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3" name="Google Shape;253;p1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4" name="Google Shape;254;p1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60" name="Google Shape;260;p17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17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17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17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17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1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68" name="Google Shape;268;p1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0" name="Google Shape;270;p1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1" name="Google Shape;271;p1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1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1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1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1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1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1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1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1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1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1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1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1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1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1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1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1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1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1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1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1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1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1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1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1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1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1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1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1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1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27" name="Google Shape;327;p1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29" name="Google Shape;329;p18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0" name="Google Shape;330;p18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1" name="Google Shape;331;p18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2" name="Google Shape;332;p18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boxes with header">
  <p:cSld name="CUSTOM_1_1_1_1_1_1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1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35" name="Google Shape;335;p1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6" name="Google Shape;336;p1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7" name="Google Shape;337;p1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8" name="Google Shape;338;p1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9" name="Google Shape;339;p1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0" name="Google Shape;340;p1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2" name="Google Shape;342;p1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3" name="Google Shape;343;p1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4" name="Google Shape;344;p1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5" name="Google Shape;345;p1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7" name="Google Shape;347;p1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8" name="Google Shape;348;p1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49" name="Google Shape;349;p1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0" name="Google Shape;350;p1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2" name="Google Shape;352;p1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3" name="Google Shape;353;p1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4" name="Google Shape;354;p1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5" name="Google Shape;355;p1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6" name="Google Shape;356;p1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7" name="Google Shape;357;p1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8" name="Google Shape;358;p1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59" name="Google Shape;359;p1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0" name="Google Shape;360;p1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1" name="Google Shape;361;p1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2" name="Google Shape;362;p1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3" name="Google Shape;363;p1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4" name="Google Shape;364;p1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5" name="Google Shape;365;p1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6" name="Google Shape;366;p1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7" name="Google Shape;367;p1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1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1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1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1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1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1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1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1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1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1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1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1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1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94" name="Google Shape;394;p1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96" name="Google Shape;396;p19"/>
          <p:cNvSpPr txBox="1"/>
          <p:nvPr>
            <p:ph type="title"/>
          </p:nvPr>
        </p:nvSpPr>
        <p:spPr>
          <a:xfrm>
            <a:off x="209775" y="468575"/>
            <a:ext cx="5016000" cy="13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7" name="Google Shape;397;p19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8" name="Google Shape;398;p19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boxes with header">
  <p:cSld name="CUSTOM_1_1_1_1_1_1_1_1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p2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02" name="Google Shape;402;p2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2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2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2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2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2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2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2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2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2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2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2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2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2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2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2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2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2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2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2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6" name="Google Shape;426;p2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7" name="Google Shape;427;p2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8" name="Google Shape;428;p2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9" name="Google Shape;429;p2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0" name="Google Shape;430;p2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1" name="Google Shape;431;p2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3" name="Google Shape;433;p2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4" name="Google Shape;434;p2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5" name="Google Shape;435;p2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6" name="Google Shape;436;p2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8" name="Google Shape;438;p2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39" name="Google Shape;439;p2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0" name="Google Shape;440;p2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1" name="Google Shape;441;p2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3" name="Google Shape;443;p2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4" name="Google Shape;444;p2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5" name="Google Shape;445;p2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6" name="Google Shape;446;p2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7" name="Google Shape;447;p2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8" name="Google Shape;448;p2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49" name="Google Shape;449;p2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0" name="Google Shape;450;p2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2" name="Google Shape;452;p2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61" name="Google Shape;461;p20"/>
          <p:cNvSpPr txBox="1"/>
          <p:nvPr>
            <p:ph type="title"/>
          </p:nvPr>
        </p:nvSpPr>
        <p:spPr>
          <a:xfrm>
            <a:off x="209775" y="468575"/>
            <a:ext cx="5016000" cy="6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2" name="Google Shape;462;p2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63" name="Google Shape;463;p20"/>
          <p:cNvSpPr txBox="1"/>
          <p:nvPr/>
        </p:nvSpPr>
        <p:spPr>
          <a:xfrm>
            <a:off x="0" y="-39600"/>
            <a:ext cx="2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▶ </a:t>
            </a:r>
            <a:endParaRPr b="1" sz="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6" name="Google Shape;466;p20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67" name="Google Shape;467;p20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2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_1_1_1_1_1_1_1_1_1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2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471" name="Google Shape;471;p2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3" name="Google Shape;473;p2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4" name="Google Shape;474;p2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5" name="Google Shape;475;p2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5" name="Google Shape;485;p2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6" name="Google Shape;486;p2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7" name="Google Shape;487;p2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3" name="Google Shape;493;p2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4" name="Google Shape;494;p2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2" name="Google Shape;522;p2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3" name="Google Shape;523;p2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4" name="Google Shape;524;p2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5" name="Google Shape;525;p2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6" name="Google Shape;526;p2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7" name="Google Shape;527;p2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8" name="Google Shape;528;p2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29" name="Google Shape;529;p2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30" name="Google Shape;530;p2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31" name="Google Shape;531;p2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1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3" name="Google Shape;533;p21"/>
          <p:cNvSpPr txBox="1"/>
          <p:nvPr>
            <p:ph idx="1" type="subTitle"/>
          </p:nvPr>
        </p:nvSpPr>
        <p:spPr>
          <a:xfrm>
            <a:off x="5767125" y="425525"/>
            <a:ext cx="3238500" cy="35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2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1_1_1_1_1_1_1_1_1_1_1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2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537" name="Google Shape;537;p2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6" name="Google Shape;596;p2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597" name="Google Shape;597;p2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2"/>
          <p:cNvSpPr txBox="1"/>
          <p:nvPr>
            <p:ph type="title"/>
          </p:nvPr>
        </p:nvSpPr>
        <p:spPr>
          <a:xfrm>
            <a:off x="208725" y="344175"/>
            <a:ext cx="53409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9" name="Google Shape;599;p2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CUSTOM_1_1_1_1_1_1_1_1_1_1_2"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2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02" name="Google Shape;602;p2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8" name="Google Shape;618;p2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19" name="Google Shape;619;p2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0" name="Google Shape;620;p2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1" name="Google Shape;621;p2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2" name="Google Shape;622;p2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3" name="Google Shape;623;p2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4" name="Google Shape;624;p2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5" name="Google Shape;625;p2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6" name="Google Shape;626;p2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7" name="Google Shape;627;p2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3" name="Google Shape;633;p2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4" name="Google Shape;634;p2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5" name="Google Shape;635;p2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6" name="Google Shape;636;p2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8" name="Google Shape;638;p2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39" name="Google Shape;639;p2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0" name="Google Shape;640;p2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1" name="Google Shape;641;p2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2" name="Google Shape;642;p2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3" name="Google Shape;643;p2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4" name="Google Shape;644;p2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5" name="Google Shape;645;p2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7" name="Google Shape;647;p2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8" name="Google Shape;648;p2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49" name="Google Shape;649;p2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0" name="Google Shape;650;p2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1" name="Google Shape;651;p2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2" name="Google Shape;652;p2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5" name="Google Shape;655;p2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6" name="Google Shape;656;p2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7" name="Google Shape;657;p2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8" name="Google Shape;658;p2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59" name="Google Shape;659;p2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0" name="Google Shape;660;p2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661" name="Google Shape;661;p2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62" name="Google Shape;662;p2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3"/>
          <p:cNvSpPr txBox="1"/>
          <p:nvPr>
            <p:ph type="title"/>
          </p:nvPr>
        </p:nvSpPr>
        <p:spPr>
          <a:xfrm>
            <a:off x="208725" y="344175"/>
            <a:ext cx="7640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23"/>
          <p:cNvSpPr txBox="1"/>
          <p:nvPr>
            <p:ph idx="1" type="body"/>
          </p:nvPr>
        </p:nvSpPr>
        <p:spPr>
          <a:xfrm>
            <a:off x="208725" y="2320375"/>
            <a:ext cx="7353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665" name="Google Shape;665;p2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1_1_1_1_1_1_1_1_1_1_2_1"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7" name="Google Shape;667;p2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668" name="Google Shape;668;p2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2" name="Google Shape;672;p2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3" name="Google Shape;673;p2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4" name="Google Shape;674;p2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5" name="Google Shape;675;p2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6" name="Google Shape;676;p2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7" name="Google Shape;677;p2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8" name="Google Shape;678;p2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79" name="Google Shape;679;p2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0" name="Google Shape;680;p2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1" name="Google Shape;681;p2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2" name="Google Shape;682;p2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3" name="Google Shape;683;p2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4" name="Google Shape;684;p2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5" name="Google Shape;685;p2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6" name="Google Shape;686;p2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7" name="Google Shape;687;p2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8" name="Google Shape;688;p2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89" name="Google Shape;689;p2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0" name="Google Shape;690;p2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1" name="Google Shape;691;p2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2" name="Google Shape;692;p2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3" name="Google Shape;693;p2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4" name="Google Shape;694;p2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5" name="Google Shape;695;p2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6" name="Google Shape;696;p2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7" name="Google Shape;697;p2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8" name="Google Shape;698;p2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699" name="Google Shape;699;p2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0" name="Google Shape;700;p2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1" name="Google Shape;701;p2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2" name="Google Shape;702;p2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4" name="Google Shape;724;p2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5" name="Google Shape;725;p2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27" name="Google Shape;727;p2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28" name="Google Shape;728;p2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4"/>
          <p:cNvSpPr txBox="1"/>
          <p:nvPr>
            <p:ph type="title"/>
          </p:nvPr>
        </p:nvSpPr>
        <p:spPr>
          <a:xfrm>
            <a:off x="208725" y="344175"/>
            <a:ext cx="741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24"/>
          <p:cNvSpPr txBox="1"/>
          <p:nvPr>
            <p:ph idx="1" type="body"/>
          </p:nvPr>
        </p:nvSpPr>
        <p:spPr>
          <a:xfrm>
            <a:off x="208725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31" name="Google Shape;731;p24"/>
          <p:cNvSpPr txBox="1"/>
          <p:nvPr>
            <p:ph idx="2" type="body"/>
          </p:nvPr>
        </p:nvSpPr>
        <p:spPr>
          <a:xfrm>
            <a:off x="4684150" y="2320375"/>
            <a:ext cx="4254900" cy="259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732" name="Google Shape;732;p2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1_1_1_1_1_1_1_1_1_1_2_1_1"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4" name="Google Shape;734;p2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735" name="Google Shape;735;p2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6" name="Google Shape;736;p2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7" name="Google Shape;737;p2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39" name="Google Shape;739;p2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0" name="Google Shape;740;p2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1" name="Google Shape;741;p2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2" name="Google Shape;742;p2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3" name="Google Shape;743;p2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4" name="Google Shape;744;p2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5" name="Google Shape;745;p2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6" name="Google Shape;746;p2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7" name="Google Shape;747;p2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8" name="Google Shape;748;p2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49" name="Google Shape;749;p2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0" name="Google Shape;750;p2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1" name="Google Shape;751;p2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2" name="Google Shape;752;p2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3" name="Google Shape;753;p2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4" name="Google Shape;754;p2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5" name="Google Shape;755;p2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6" name="Google Shape;756;p2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7" name="Google Shape;757;p2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8" name="Google Shape;758;p2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59" name="Google Shape;759;p2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0" name="Google Shape;760;p2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1" name="Google Shape;761;p2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2" name="Google Shape;762;p2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3" name="Google Shape;763;p2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4" name="Google Shape;764;p2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5" name="Google Shape;765;p2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6" name="Google Shape;766;p2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7" name="Google Shape;767;p2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8" name="Google Shape;768;p2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69" name="Google Shape;769;p2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0" name="Google Shape;770;p2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1" name="Google Shape;771;p2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2" name="Google Shape;772;p2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3" name="Google Shape;773;p2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4" name="Google Shape;774;p2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5" name="Google Shape;775;p2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6" name="Google Shape;776;p2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7" name="Google Shape;777;p2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8" name="Google Shape;778;p2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79" name="Google Shape;779;p2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0" name="Google Shape;780;p2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1" name="Google Shape;781;p2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794" name="Google Shape;794;p2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95" name="Google Shape;795;p2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5"/>
          <p:cNvSpPr txBox="1"/>
          <p:nvPr>
            <p:ph type="title"/>
          </p:nvPr>
        </p:nvSpPr>
        <p:spPr>
          <a:xfrm>
            <a:off x="208725" y="344175"/>
            <a:ext cx="76011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2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one column text">
  <p:cSld name="CUSTOM_1_1_1_1_1_1_1_1_1_1_2_1_1_1"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9" name="Google Shape;799;p2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00" name="Google Shape;800;p2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2" name="Google Shape;822;p2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3" name="Google Shape;823;p2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4" name="Google Shape;824;p2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5" name="Google Shape;825;p2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6" name="Google Shape;826;p2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7" name="Google Shape;827;p2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8" name="Google Shape;828;p2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29" name="Google Shape;829;p2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0" name="Google Shape;830;p2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1" name="Google Shape;831;p2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2" name="Google Shape;832;p2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3" name="Google Shape;833;p2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4" name="Google Shape;834;p2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5" name="Google Shape;835;p2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6" name="Google Shape;836;p2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7" name="Google Shape;837;p2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8" name="Google Shape;838;p2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39" name="Google Shape;839;p2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0" name="Google Shape;840;p2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1" name="Google Shape;841;p2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2" name="Google Shape;842;p2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3" name="Google Shape;843;p2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4" name="Google Shape;844;p2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5" name="Google Shape;845;p2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6" name="Google Shape;846;p2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7" name="Google Shape;847;p2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8" name="Google Shape;848;p2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49" name="Google Shape;849;p2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0" name="Google Shape;850;p2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1" name="Google Shape;851;p2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2" name="Google Shape;852;p2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3" name="Google Shape;853;p2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4" name="Google Shape;854;p2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5" name="Google Shape;855;p2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6" name="Google Shape;856;p2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7" name="Google Shape;857;p2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58" name="Google Shape;858;p2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859" name="Google Shape;859;p2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60" name="Google Shape;860;p2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26"/>
          <p:cNvSpPr txBox="1"/>
          <p:nvPr>
            <p:ph type="title"/>
          </p:nvPr>
        </p:nvSpPr>
        <p:spPr>
          <a:xfrm>
            <a:off x="208725" y="344175"/>
            <a:ext cx="55584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2" name="Google Shape;862;p26"/>
          <p:cNvSpPr txBox="1"/>
          <p:nvPr>
            <p:ph idx="1" type="subTitle"/>
          </p:nvPr>
        </p:nvSpPr>
        <p:spPr>
          <a:xfrm>
            <a:off x="5767125" y="425525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3" name="Google Shape;863;p26"/>
          <p:cNvSpPr txBox="1"/>
          <p:nvPr>
            <p:ph idx="2" type="body"/>
          </p:nvPr>
        </p:nvSpPr>
        <p:spPr>
          <a:xfrm>
            <a:off x="208725" y="3050325"/>
            <a:ext cx="6666600" cy="18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864" name="Google Shape;864;p2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CUSTOM_1_1_1_1_1_1_1_1_1_1_2_1_1_1_1"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6" name="Google Shape;866;p2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867" name="Google Shape;867;p2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7" name="Google Shape;917;p2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8" name="Google Shape;918;p2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19" name="Google Shape;919;p2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0" name="Google Shape;920;p2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1" name="Google Shape;921;p2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2" name="Google Shape;922;p2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3" name="Google Shape;923;p2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4" name="Google Shape;924;p2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25" name="Google Shape;925;p2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926" name="Google Shape;926;p2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27" name="Google Shape;927;p2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7"/>
          <p:cNvSpPr txBox="1"/>
          <p:nvPr>
            <p:ph type="title"/>
          </p:nvPr>
        </p:nvSpPr>
        <p:spPr>
          <a:xfrm>
            <a:off x="836250" y="1569150"/>
            <a:ext cx="74715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9" name="Google Shape;929;p2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32" name="Google Shape;932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3" name="Google Shape;93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2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37" name="Google Shape;937;p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38" name="Google Shape;938;p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939" name="Google Shape;9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title and description">
  <p:cSld name="CUSTOM_1_1_1_1_1_1_1_1_1_1_2_1_1_1_1_1"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1" name="Google Shape;941;p3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942" name="Google Shape;942;p3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3" name="Google Shape;943;p3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4" name="Google Shape;944;p3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5" name="Google Shape;945;p3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6" name="Google Shape;946;p3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7" name="Google Shape;947;p3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8" name="Google Shape;948;p3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0" name="Google Shape;980;p3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1" name="Google Shape;981;p3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2" name="Google Shape;982;p3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3" name="Google Shape;983;p3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4" name="Google Shape;984;p3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5" name="Google Shape;985;p3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6" name="Google Shape;986;p3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7" name="Google Shape;987;p3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8" name="Google Shape;988;p3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89" name="Google Shape;989;p3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0" name="Google Shape;990;p3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1" name="Google Shape;991;p3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2" name="Google Shape;992;p3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01" name="Google Shape;1001;p3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02" name="Google Shape;1002;p3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3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4" name="Google Shape;1004;p30"/>
          <p:cNvSpPr txBox="1"/>
          <p:nvPr>
            <p:ph idx="1" type="subTitle"/>
          </p:nvPr>
        </p:nvSpPr>
        <p:spPr>
          <a:xfrm>
            <a:off x="208725" y="2464950"/>
            <a:ext cx="3238500" cy="9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5" name="Google Shape;1005;p3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USTOM_1_1_1_1_1_1_1_1_1_1_2_1_1_1_1_1_1"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7" name="Google Shape;1007;p3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08" name="Google Shape;1008;p3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8" name="Google Shape;1018;p3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19" name="Google Shape;1019;p3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0" name="Google Shape;1020;p3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1" name="Google Shape;1021;p3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2" name="Google Shape;1022;p3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3" name="Google Shape;1023;p3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4" name="Google Shape;1024;p3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5" name="Google Shape;1025;p3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6" name="Google Shape;1026;p3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7" name="Google Shape;1027;p3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8" name="Google Shape;1028;p3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29" name="Google Shape;1029;p3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3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1" name="Google Shape;1031;p3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2" name="Google Shape;1032;p3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3" name="Google Shape;1033;p3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4" name="Google Shape;1034;p3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5" name="Google Shape;1035;p3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3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7" name="Google Shape;1037;p3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8" name="Google Shape;1038;p3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9" name="Google Shape;1039;p3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0" name="Google Shape;1040;p3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1" name="Google Shape;1041;p3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2" name="Google Shape;1042;p3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3" name="Google Shape;1043;p3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4" name="Google Shape;1044;p3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5" name="Google Shape;1045;p3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6" name="Google Shape;1046;p3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7" name="Google Shape;1047;p3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8" name="Google Shape;1048;p3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49" name="Google Shape;1049;p3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0" name="Google Shape;1050;p3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1" name="Google Shape;1051;p3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2" name="Google Shape;1052;p3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3" name="Google Shape;1053;p3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4" name="Google Shape;1064;p3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5" name="Google Shape;1065;p3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66" name="Google Shape;1066;p3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67" name="Google Shape;1067;p3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68" name="Google Shape;1068;p3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31"/>
          <p:cNvSpPr txBox="1"/>
          <p:nvPr>
            <p:ph idx="1" type="body"/>
          </p:nvPr>
        </p:nvSpPr>
        <p:spPr>
          <a:xfrm>
            <a:off x="1578900" y="11350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 algn="ctr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 algn="ctr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070" name="Google Shape;1070;p3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CUSTOM_1_1_1_1_1_1_1_1_1_1_2_1_1_1_1_1_1_1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2" name="Google Shape;1072;p3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073" name="Google Shape;1073;p3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4" name="Google Shape;1074;p3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5" name="Google Shape;1075;p3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6" name="Google Shape;1076;p3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7" name="Google Shape;1077;p3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6" name="Google Shape;1096;p3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7" name="Google Shape;1097;p3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8" name="Google Shape;1098;p3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99" name="Google Shape;1099;p3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0" name="Google Shape;1100;p3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1" name="Google Shape;1101;p3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2" name="Google Shape;1102;p3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3" name="Google Shape;1103;p3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4" name="Google Shape;1104;p3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5" name="Google Shape;1105;p3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6" name="Google Shape;1106;p3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7" name="Google Shape;1107;p3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8" name="Google Shape;1108;p3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09" name="Google Shape;1109;p3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0" name="Google Shape;1110;p3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1" name="Google Shape;1111;p3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2" name="Google Shape;1112;p3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3" name="Google Shape;1113;p3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4" name="Google Shape;1114;p3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5" name="Google Shape;1115;p3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6" name="Google Shape;1116;p3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7" name="Google Shape;1117;p3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8" name="Google Shape;1118;p3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19" name="Google Shape;1119;p3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0" name="Google Shape;1120;p3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1" name="Google Shape;1121;p3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2" name="Google Shape;1122;p3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3" name="Google Shape;1123;p3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4" name="Google Shape;1124;p3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5" name="Google Shape;1125;p3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6" name="Google Shape;1126;p3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7" name="Google Shape;1127;p3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8" name="Google Shape;1128;p3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29" name="Google Shape;1129;p3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0" name="Google Shape;1130;p3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31" name="Google Shape;1131;p3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32" name="Google Shape;1132;p3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33" name="Google Shape;1133;p3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2"/>
          <p:cNvSpPr txBox="1"/>
          <p:nvPr>
            <p:ph idx="1" type="body"/>
          </p:nvPr>
        </p:nvSpPr>
        <p:spPr>
          <a:xfrm>
            <a:off x="2919350" y="1423650"/>
            <a:ext cx="5986200" cy="28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135" name="Google Shape;1135;p32"/>
          <p:cNvSpPr txBox="1"/>
          <p:nvPr>
            <p:ph type="title"/>
          </p:nvPr>
        </p:nvSpPr>
        <p:spPr>
          <a:xfrm>
            <a:off x="221150" y="1423650"/>
            <a:ext cx="2510100" cy="22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6" name="Google Shape;1136;p3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grid">
  <p:cSld name="CUSTOM_1_1_1_1_1_1_1_1_1_1_2_1_1_1_1_1_1_1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3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139" name="Google Shape;1139;p3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6" name="Google Shape;1146;p3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7" name="Google Shape;1147;p3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8" name="Google Shape;1148;p3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49" name="Google Shape;1149;p3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0" name="Google Shape;1150;p3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1" name="Google Shape;1151;p3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2" name="Google Shape;1152;p3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3" name="Google Shape;1153;p3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4" name="Google Shape;1154;p3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5" name="Google Shape;1155;p3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6" name="Google Shape;1156;p3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7" name="Google Shape;1157;p3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8" name="Google Shape;1158;p3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59" name="Google Shape;1159;p3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3" name="Google Shape;1163;p3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4" name="Google Shape;1164;p3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5" name="Google Shape;1165;p3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69" name="Google Shape;1169;p3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0" name="Google Shape;1170;p3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1" name="Google Shape;1171;p3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3" name="Google Shape;1173;p3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4" name="Google Shape;1174;p3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5" name="Google Shape;1175;p3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6" name="Google Shape;1176;p3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7" name="Google Shape;1177;p3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8" name="Google Shape;1178;p3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79" name="Google Shape;1179;p3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0" name="Google Shape;1180;p3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1" name="Google Shape;1181;p3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2" name="Google Shape;1182;p3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3" name="Google Shape;1183;p3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4" name="Google Shape;1184;p3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5" name="Google Shape;1185;p3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89" name="Google Shape;1189;p3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0" name="Google Shape;1190;p3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1" name="Google Shape;1191;p3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2" name="Google Shape;1192;p3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6" name="Google Shape;1196;p3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197" name="Google Shape;1197;p3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198" name="Google Shape;1198;p3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99" name="Google Shape;1199;p3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3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CUSTOM_1_1_1_1_1_1_1_1_1_1_2_1_1_1_1_1_1_1_1_1"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3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03" name="Google Shape;1203;p3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3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1_1_1_1_1_1_1_1_1_1_2_1_1_1_1_1_1_1_1_1_1"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35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07" name="Google Shape;1207;p35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08" name="Google Shape;1208;p35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09" name="Google Shape;1209;p35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0" name="Google Shape;1210;p35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1" name="Google Shape;1211;p35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2" name="Google Shape;1212;p35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3" name="Google Shape;1213;p35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4" name="Google Shape;1214;p35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5" name="Google Shape;1215;p35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6" name="Google Shape;1216;p35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7" name="Google Shape;1217;p35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8" name="Google Shape;1218;p35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19" name="Google Shape;1219;p35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0" name="Google Shape;1220;p35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1" name="Google Shape;1221;p35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2" name="Google Shape;1222;p35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3" name="Google Shape;1223;p35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4" name="Google Shape;1224;p35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5" name="Google Shape;1225;p35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6" name="Google Shape;1226;p35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7" name="Google Shape;1227;p35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8" name="Google Shape;1228;p35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29" name="Google Shape;1229;p35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0" name="Google Shape;1230;p35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1" name="Google Shape;1231;p35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2" name="Google Shape;1232;p35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3" name="Google Shape;1233;p35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4" name="Google Shape;1234;p35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5" name="Google Shape;1235;p35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6" name="Google Shape;1236;p35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7" name="Google Shape;1237;p35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8" name="Google Shape;1238;p35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39" name="Google Shape;1239;p35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0" name="Google Shape;1240;p35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1" name="Google Shape;1241;p35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2" name="Google Shape;1242;p35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3" name="Google Shape;1243;p35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4" name="Google Shape;1244;p35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8" name="Google Shape;1248;p35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49" name="Google Shape;1249;p35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0" name="Google Shape;1250;p35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4" name="Google Shape;1254;p35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5" name="Google Shape;1255;p35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6" name="Google Shape;1256;p35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8" name="Google Shape;1258;p35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59" name="Google Shape;1259;p35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0" name="Google Shape;1260;p35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1" name="Google Shape;1261;p35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2" name="Google Shape;1262;p35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3" name="Google Shape;1263;p35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4" name="Google Shape;1264;p35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5" name="Google Shape;1265;p35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66" name="Google Shape;1266;p35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267" name="Google Shape;1267;p35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35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9" name="Google Shape;1269;p35"/>
          <p:cNvSpPr txBox="1"/>
          <p:nvPr>
            <p:ph idx="1" type="subTitle"/>
          </p:nvPr>
        </p:nvSpPr>
        <p:spPr>
          <a:xfrm>
            <a:off x="20872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0" name="Google Shape;1270;p35"/>
          <p:cNvSpPr txBox="1"/>
          <p:nvPr>
            <p:ph idx="2" type="subTitle"/>
          </p:nvPr>
        </p:nvSpPr>
        <p:spPr>
          <a:xfrm>
            <a:off x="3281550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1" name="Google Shape;1271;p35"/>
          <p:cNvSpPr txBox="1"/>
          <p:nvPr>
            <p:ph idx="3" type="subTitle"/>
          </p:nvPr>
        </p:nvSpPr>
        <p:spPr>
          <a:xfrm>
            <a:off x="6354375" y="2464950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2" name="Google Shape;1272;p35"/>
          <p:cNvSpPr txBox="1"/>
          <p:nvPr>
            <p:ph idx="4" type="subTitle"/>
          </p:nvPr>
        </p:nvSpPr>
        <p:spPr>
          <a:xfrm>
            <a:off x="20872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3" name="Google Shape;1273;p35"/>
          <p:cNvSpPr txBox="1"/>
          <p:nvPr>
            <p:ph idx="5" type="subTitle"/>
          </p:nvPr>
        </p:nvSpPr>
        <p:spPr>
          <a:xfrm>
            <a:off x="3281550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4" name="Google Shape;1274;p35"/>
          <p:cNvSpPr txBox="1"/>
          <p:nvPr>
            <p:ph idx="6" type="subTitle"/>
          </p:nvPr>
        </p:nvSpPr>
        <p:spPr>
          <a:xfrm>
            <a:off x="6354375" y="3659899"/>
            <a:ext cx="2580900" cy="7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35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1_1_1_1_1_1_1_1_1_1_2_1_1_1_1_1_1_1_1_1_1_1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36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278" name="Google Shape;1278;p3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279" name="Google Shape;1279;p3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5" name="Google Shape;1305;p3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6" name="Google Shape;1306;p3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0" name="Google Shape;1310;p3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1" name="Google Shape;1311;p3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2" name="Google Shape;1312;p3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3" name="Google Shape;1313;p3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4" name="Google Shape;1314;p3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5" name="Google Shape;1315;p3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6" name="Google Shape;1316;p3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7" name="Google Shape;1317;p3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8" name="Google Shape;1318;p3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19" name="Google Shape;1319;p3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0" name="Google Shape;1320;p3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1" name="Google Shape;1321;p3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2" name="Google Shape;1322;p3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3" name="Google Shape;1323;p3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4" name="Google Shape;1324;p3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5" name="Google Shape;1325;p3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6" name="Google Shape;1326;p3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7" name="Google Shape;1327;p3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8" name="Google Shape;1328;p3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29" name="Google Shape;1329;p3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0" name="Google Shape;1330;p3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1" name="Google Shape;1331;p3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2" name="Google Shape;1332;p3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3" name="Google Shape;1333;p3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4" name="Google Shape;1334;p3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5" name="Google Shape;1335;p3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6" name="Google Shape;1336;p3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37" name="Google Shape;1337;p3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338" name="Google Shape;1338;p3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6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40" name="Google Shape;1340;p36"/>
          <p:cNvSpPr txBox="1"/>
          <p:nvPr>
            <p:ph idx="1" type="body"/>
          </p:nvPr>
        </p:nvSpPr>
        <p:spPr>
          <a:xfrm>
            <a:off x="208725" y="2304400"/>
            <a:ext cx="33528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341" name="Google Shape;1341;p36"/>
          <p:cNvSpPr/>
          <p:nvPr>
            <p:ph idx="2" type="pic"/>
          </p:nvPr>
        </p:nvSpPr>
        <p:spPr>
          <a:xfrm>
            <a:off x="3769050" y="2304400"/>
            <a:ext cx="5156700" cy="25686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342" name="Google Shape;1342;p3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_1_1_1_1_1_1_1_1_2_1_1_1_1_1_1_1_1_1_1_1_1"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3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345" name="Google Shape;1345;p37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346" name="Google Shape;1346;p37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05" name="Google Shape;1405;p3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37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07" name="Google Shape;1407;p37"/>
          <p:cNvSpPr txBox="1"/>
          <p:nvPr>
            <p:ph idx="1" type="body"/>
          </p:nvPr>
        </p:nvSpPr>
        <p:spPr>
          <a:xfrm>
            <a:off x="11736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08" name="Google Shape;1408;p37"/>
          <p:cNvSpPr txBox="1"/>
          <p:nvPr>
            <p:ph idx="2" type="subTitle"/>
          </p:nvPr>
        </p:nvSpPr>
        <p:spPr>
          <a:xfrm>
            <a:off x="11736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9" name="Google Shape;1409;p37"/>
          <p:cNvSpPr txBox="1"/>
          <p:nvPr>
            <p:ph idx="3" type="body"/>
          </p:nvPr>
        </p:nvSpPr>
        <p:spPr>
          <a:xfrm>
            <a:off x="4916100" y="2751950"/>
            <a:ext cx="30543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10" name="Google Shape;1410;p37"/>
          <p:cNvSpPr txBox="1"/>
          <p:nvPr>
            <p:ph idx="4" type="subTitle"/>
          </p:nvPr>
        </p:nvSpPr>
        <p:spPr>
          <a:xfrm>
            <a:off x="4916100" y="2160100"/>
            <a:ext cx="30543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1" name="Google Shape;1411;p3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1_1_1_1_1_1_1_1_1_1_2_1_1_1_1_1_1_1_1_1_1_1_1_1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38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14" name="Google Shape;1414;p38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15" name="Google Shape;1415;p38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6" name="Google Shape;1416;p38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7" name="Google Shape;1417;p38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8" name="Google Shape;1418;p38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19" name="Google Shape;1419;p38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0" name="Google Shape;1420;p38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1" name="Google Shape;1421;p38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2" name="Google Shape;1422;p38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3" name="Google Shape;1423;p38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4" name="Google Shape;1424;p38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5" name="Google Shape;1425;p38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6" name="Google Shape;1426;p38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7" name="Google Shape;1427;p38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8" name="Google Shape;1428;p38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29" name="Google Shape;1429;p38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0" name="Google Shape;1430;p38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1" name="Google Shape;1431;p38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2" name="Google Shape;1432;p38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3" name="Google Shape;1433;p38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4" name="Google Shape;1434;p38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5" name="Google Shape;1435;p38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6" name="Google Shape;1436;p38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7" name="Google Shape;1437;p38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8" name="Google Shape;1438;p38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39" name="Google Shape;1439;p38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0" name="Google Shape;1440;p38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1" name="Google Shape;1441;p38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2" name="Google Shape;1442;p38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3" name="Google Shape;1443;p38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4" name="Google Shape;1444;p38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5" name="Google Shape;1455;p38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6" name="Google Shape;1456;p38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7" name="Google Shape;1457;p38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8" name="Google Shape;1458;p38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59" name="Google Shape;1459;p38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0" name="Google Shape;1460;p38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1" name="Google Shape;1461;p38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2" name="Google Shape;1462;p38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3" name="Google Shape;1463;p38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4" name="Google Shape;1464;p38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5" name="Google Shape;1465;p38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6" name="Google Shape;1466;p38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7" name="Google Shape;1467;p38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8" name="Google Shape;1468;p38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69" name="Google Shape;1469;p38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0" name="Google Shape;1470;p38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1" name="Google Shape;1471;p38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2" name="Google Shape;1472;p38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73" name="Google Shape;1473;p38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474" name="Google Shape;1474;p38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38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76" name="Google Shape;1476;p38"/>
          <p:cNvSpPr txBox="1"/>
          <p:nvPr>
            <p:ph idx="1" type="body"/>
          </p:nvPr>
        </p:nvSpPr>
        <p:spPr>
          <a:xfrm>
            <a:off x="208725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77" name="Google Shape;1477;p38"/>
          <p:cNvSpPr txBox="1"/>
          <p:nvPr>
            <p:ph idx="2" type="subTitle"/>
          </p:nvPr>
        </p:nvSpPr>
        <p:spPr>
          <a:xfrm>
            <a:off x="208725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8" name="Google Shape;1478;p38"/>
          <p:cNvSpPr txBox="1"/>
          <p:nvPr>
            <p:ph idx="3" type="body"/>
          </p:nvPr>
        </p:nvSpPr>
        <p:spPr>
          <a:xfrm>
            <a:off x="3310098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79" name="Google Shape;1479;p38"/>
          <p:cNvSpPr txBox="1"/>
          <p:nvPr>
            <p:ph idx="4" type="subTitle"/>
          </p:nvPr>
        </p:nvSpPr>
        <p:spPr>
          <a:xfrm>
            <a:off x="3310098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0" name="Google Shape;1480;p38"/>
          <p:cNvSpPr txBox="1"/>
          <p:nvPr>
            <p:ph idx="5" type="body"/>
          </p:nvPr>
        </p:nvSpPr>
        <p:spPr>
          <a:xfrm>
            <a:off x="6411471" y="2751950"/>
            <a:ext cx="25311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481" name="Google Shape;1481;p38"/>
          <p:cNvSpPr txBox="1"/>
          <p:nvPr>
            <p:ph idx="6" type="subTitle"/>
          </p:nvPr>
        </p:nvSpPr>
        <p:spPr>
          <a:xfrm>
            <a:off x="6411471" y="2160100"/>
            <a:ext cx="25311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2" name="Google Shape;1482;p38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">
  <p:cSld name="CUSTOM_1_1_1_1_1_1_1_1_1_1_2_1_1_1_1_1_1_1_1_1_1_1_1_1_1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39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485" name="Google Shape;1485;p39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486" name="Google Shape;1486;p39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545" name="Google Shape;1545;p39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6" name="Google Shape;1546;p39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7" name="Google Shape;1547;p39"/>
          <p:cNvSpPr txBox="1"/>
          <p:nvPr>
            <p:ph idx="1" type="body"/>
          </p:nvPr>
        </p:nvSpPr>
        <p:spPr>
          <a:xfrm>
            <a:off x="208725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48" name="Google Shape;1548;p39"/>
          <p:cNvSpPr txBox="1"/>
          <p:nvPr>
            <p:ph idx="2" type="subTitle"/>
          </p:nvPr>
        </p:nvSpPr>
        <p:spPr>
          <a:xfrm>
            <a:off x="208725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9" name="Google Shape;1549;p39"/>
          <p:cNvSpPr txBox="1"/>
          <p:nvPr>
            <p:ph idx="3" type="body"/>
          </p:nvPr>
        </p:nvSpPr>
        <p:spPr>
          <a:xfrm>
            <a:off x="2500573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0" name="Google Shape;1550;p39"/>
          <p:cNvSpPr txBox="1"/>
          <p:nvPr>
            <p:ph idx="4" type="subTitle"/>
          </p:nvPr>
        </p:nvSpPr>
        <p:spPr>
          <a:xfrm>
            <a:off x="2500573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1" name="Google Shape;1551;p39"/>
          <p:cNvSpPr txBox="1"/>
          <p:nvPr>
            <p:ph idx="5" type="body"/>
          </p:nvPr>
        </p:nvSpPr>
        <p:spPr>
          <a:xfrm>
            <a:off x="479242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2" name="Google Shape;1552;p39"/>
          <p:cNvSpPr txBox="1"/>
          <p:nvPr>
            <p:ph idx="6" type="subTitle"/>
          </p:nvPr>
        </p:nvSpPr>
        <p:spPr>
          <a:xfrm>
            <a:off x="479242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3" name="Google Shape;1553;p39"/>
          <p:cNvSpPr txBox="1"/>
          <p:nvPr>
            <p:ph idx="7" type="body"/>
          </p:nvPr>
        </p:nvSpPr>
        <p:spPr>
          <a:xfrm>
            <a:off x="7084271" y="2751950"/>
            <a:ext cx="1870500" cy="19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554" name="Google Shape;1554;p39"/>
          <p:cNvSpPr txBox="1"/>
          <p:nvPr>
            <p:ph idx="8" type="subTitle"/>
          </p:nvPr>
        </p:nvSpPr>
        <p:spPr>
          <a:xfrm>
            <a:off x="7084271" y="2160100"/>
            <a:ext cx="18705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5" name="Google Shape;1555;p39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CUSTOM_1_1_1_1_1_1_1_1_1_1_2_1_1_1_1_1_1_1_1_1_1_1_1_1_1_1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p40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558" name="Google Shape;1558;p40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559" name="Google Shape;1559;p40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1" name="Google Shape;1561;p40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2" name="Google Shape;1562;p40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3" name="Google Shape;1563;p40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4" name="Google Shape;1564;p40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5" name="Google Shape;1565;p40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6" name="Google Shape;1566;p40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7" name="Google Shape;1567;p40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8" name="Google Shape;1568;p40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69" name="Google Shape;1569;p40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0" name="Google Shape;1570;p40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1" name="Google Shape;1571;p40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2" name="Google Shape;1572;p40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3" name="Google Shape;1573;p40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4" name="Google Shape;1574;p40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5" name="Google Shape;1575;p40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6" name="Google Shape;1576;p40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7" name="Google Shape;1577;p40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8" name="Google Shape;1578;p40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79" name="Google Shape;1579;p40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0" name="Google Shape;1580;p40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1" name="Google Shape;1581;p40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2" name="Google Shape;1582;p40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3" name="Google Shape;1583;p40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4" name="Google Shape;1584;p40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6" name="Google Shape;1586;p40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7" name="Google Shape;1587;p40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8" name="Google Shape;1588;p40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89" name="Google Shape;1589;p40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0" name="Google Shape;1590;p40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1" name="Google Shape;1591;p40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2" name="Google Shape;1592;p40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3" name="Google Shape;1593;p40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4" name="Google Shape;1594;p40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5" name="Google Shape;1595;p40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6" name="Google Shape;1596;p40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7" name="Google Shape;1597;p40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8" name="Google Shape;1598;p40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599" name="Google Shape;1599;p40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0" name="Google Shape;1600;p40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1" name="Google Shape;1601;p40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2" name="Google Shape;1602;p40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3" name="Google Shape;1603;p40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4" name="Google Shape;1604;p40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5" name="Google Shape;1605;p40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6" name="Google Shape;1606;p40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7" name="Google Shape;1607;p40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8" name="Google Shape;1608;p40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09" name="Google Shape;1609;p40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0" name="Google Shape;1610;p40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1" name="Google Shape;1611;p40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2" name="Google Shape;1612;p40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3" name="Google Shape;1613;p40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4" name="Google Shape;1614;p40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5" name="Google Shape;1615;p40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6" name="Google Shape;1616;p40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17" name="Google Shape;1617;p40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18" name="Google Shape;1618;p40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40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0" name="Google Shape;1620;p40"/>
          <p:cNvSpPr/>
          <p:nvPr>
            <p:ph idx="2" type="pic"/>
          </p:nvPr>
        </p:nvSpPr>
        <p:spPr>
          <a:xfrm>
            <a:off x="213450" y="2022825"/>
            <a:ext cx="8717100" cy="2837700"/>
          </a:xfrm>
          <a:prstGeom prst="roundRect">
            <a:avLst>
              <a:gd fmla="val 4123" name="adj"/>
            </a:avLst>
          </a:prstGeom>
          <a:noFill/>
          <a:ln>
            <a:noFill/>
          </a:ln>
        </p:spPr>
      </p:sp>
      <p:sp>
        <p:nvSpPr>
          <p:cNvPr id="1621" name="Google Shape;1621;p40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1_1_1_1_1_1_1_1_1_1_2_1_1_1_1_1_1_1_1_1_1_1_1_1_1_1_1"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41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24" name="Google Shape;1624;p41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25" name="Google Shape;1625;p41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6" name="Google Shape;1626;p41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7" name="Google Shape;1627;p41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8" name="Google Shape;1628;p41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29" name="Google Shape;1629;p41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0" name="Google Shape;1630;p41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1" name="Google Shape;1631;p41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2" name="Google Shape;1632;p41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3" name="Google Shape;1633;p41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4" name="Google Shape;1634;p41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5" name="Google Shape;1635;p41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6" name="Google Shape;1636;p41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7" name="Google Shape;1637;p41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8" name="Google Shape;1638;p41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39" name="Google Shape;1639;p41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0" name="Google Shape;1640;p41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1" name="Google Shape;1641;p41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2" name="Google Shape;1642;p41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3" name="Google Shape;1643;p41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4" name="Google Shape;1644;p41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5" name="Google Shape;1645;p41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6" name="Google Shape;1646;p41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7" name="Google Shape;1647;p41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8" name="Google Shape;1648;p41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49" name="Google Shape;1649;p41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0" name="Google Shape;1650;p41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1" name="Google Shape;1651;p41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2" name="Google Shape;1652;p41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3" name="Google Shape;1653;p41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4" name="Google Shape;1654;p41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5" name="Google Shape;1655;p41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6" name="Google Shape;1656;p41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7" name="Google Shape;1657;p41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8" name="Google Shape;1658;p41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59" name="Google Shape;1659;p41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0" name="Google Shape;1660;p41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1" name="Google Shape;1661;p41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2" name="Google Shape;1662;p41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3" name="Google Shape;1663;p41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4" name="Google Shape;1664;p41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5" name="Google Shape;1665;p41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6" name="Google Shape;1666;p41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7" name="Google Shape;1667;p41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8" name="Google Shape;1668;p41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69" name="Google Shape;1669;p41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0" name="Google Shape;1670;p41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1" name="Google Shape;1671;p41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2" name="Google Shape;1672;p41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3" name="Google Shape;1673;p41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4" name="Google Shape;1674;p41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5" name="Google Shape;1675;p41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6" name="Google Shape;1676;p41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7" name="Google Shape;1677;p41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8" name="Google Shape;1678;p41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79" name="Google Shape;1679;p41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0" name="Google Shape;1680;p41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1" name="Google Shape;1681;p41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2" name="Google Shape;1682;p41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83" name="Google Shape;1683;p41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684" name="Google Shape;1684;p41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41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6" name="Google Shape;1686;p41"/>
          <p:cNvSpPr txBox="1"/>
          <p:nvPr>
            <p:ph idx="1" type="body"/>
          </p:nvPr>
        </p:nvSpPr>
        <p:spPr>
          <a:xfrm>
            <a:off x="11736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7" name="Google Shape;1687;p41"/>
          <p:cNvSpPr txBox="1"/>
          <p:nvPr>
            <p:ph idx="2" type="subTitle"/>
          </p:nvPr>
        </p:nvSpPr>
        <p:spPr>
          <a:xfrm>
            <a:off x="11736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8" name="Google Shape;1688;p41"/>
          <p:cNvSpPr txBox="1"/>
          <p:nvPr>
            <p:ph idx="3" type="body"/>
          </p:nvPr>
        </p:nvSpPr>
        <p:spPr>
          <a:xfrm>
            <a:off x="4916100" y="2391699"/>
            <a:ext cx="30543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689" name="Google Shape;1689;p41"/>
          <p:cNvSpPr txBox="1"/>
          <p:nvPr>
            <p:ph idx="4" type="subTitle"/>
          </p:nvPr>
        </p:nvSpPr>
        <p:spPr>
          <a:xfrm>
            <a:off x="4916100" y="2160100"/>
            <a:ext cx="30543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0" name="Google Shape;1690;p41"/>
          <p:cNvSpPr/>
          <p:nvPr>
            <p:ph idx="5" type="pic"/>
          </p:nvPr>
        </p:nvSpPr>
        <p:spPr>
          <a:xfrm>
            <a:off x="11736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91" name="Google Shape;1691;p41"/>
          <p:cNvSpPr/>
          <p:nvPr>
            <p:ph idx="6" type="pic"/>
          </p:nvPr>
        </p:nvSpPr>
        <p:spPr>
          <a:xfrm>
            <a:off x="4916100" y="3022475"/>
            <a:ext cx="30543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692" name="Google Shape;1692;p41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1_1_1_1_1_1_1_1_1_1_2_1_1_1_1_1_1_1_1_1_1_1_1_1_1_1_1_1">
    <p:spTree>
      <p:nvGrpSpPr>
        <p:cNvPr id="1693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42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695" name="Google Shape;1695;p42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696" name="Google Shape;1696;p42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7" name="Google Shape;1697;p42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8" name="Google Shape;1698;p42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699" name="Google Shape;1699;p42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0" name="Google Shape;1700;p42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1" name="Google Shape;1701;p42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2" name="Google Shape;1702;p42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3" name="Google Shape;1703;p42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4" name="Google Shape;1704;p42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5" name="Google Shape;1705;p42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6" name="Google Shape;1706;p42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7" name="Google Shape;1707;p42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8" name="Google Shape;1708;p42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09" name="Google Shape;1709;p42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0" name="Google Shape;1710;p42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1" name="Google Shape;1711;p42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2" name="Google Shape;1712;p42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3" name="Google Shape;1713;p42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4" name="Google Shape;1714;p42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5" name="Google Shape;1715;p42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6" name="Google Shape;1716;p42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7" name="Google Shape;1717;p42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8" name="Google Shape;1718;p42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19" name="Google Shape;1719;p42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0" name="Google Shape;1720;p42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1" name="Google Shape;1721;p42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2" name="Google Shape;1722;p42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3" name="Google Shape;1723;p42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4" name="Google Shape;1724;p42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5" name="Google Shape;1725;p42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6" name="Google Shape;1726;p42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7" name="Google Shape;1727;p42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8" name="Google Shape;1728;p42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29" name="Google Shape;1729;p42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0" name="Google Shape;1730;p42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1" name="Google Shape;1731;p42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2" name="Google Shape;1732;p42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3" name="Google Shape;1733;p42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4" name="Google Shape;1734;p42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5" name="Google Shape;1735;p42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6" name="Google Shape;1736;p42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7" name="Google Shape;1737;p42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8" name="Google Shape;1738;p42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39" name="Google Shape;1739;p42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0" name="Google Shape;1740;p42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1" name="Google Shape;1741;p42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2" name="Google Shape;1742;p42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3" name="Google Shape;1743;p42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4" name="Google Shape;1744;p42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5" name="Google Shape;1745;p42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6" name="Google Shape;1746;p42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7" name="Google Shape;1747;p42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8" name="Google Shape;1748;p42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49" name="Google Shape;1749;p42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0" name="Google Shape;1750;p42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1" name="Google Shape;1751;p42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2" name="Google Shape;1752;p42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3" name="Google Shape;1753;p42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4" name="Google Shape;1754;p42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55" name="Google Shape;1755;p42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42"/>
          <p:cNvSpPr txBox="1"/>
          <p:nvPr>
            <p:ph type="title"/>
          </p:nvPr>
        </p:nvSpPr>
        <p:spPr>
          <a:xfrm>
            <a:off x="208725" y="344175"/>
            <a:ext cx="6167700" cy="20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57" name="Google Shape;1757;p42"/>
          <p:cNvSpPr txBox="1"/>
          <p:nvPr>
            <p:ph idx="1" type="body"/>
          </p:nvPr>
        </p:nvSpPr>
        <p:spPr>
          <a:xfrm>
            <a:off x="423750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58" name="Google Shape;1758;p42"/>
          <p:cNvSpPr txBox="1"/>
          <p:nvPr>
            <p:ph idx="2" type="subTitle"/>
          </p:nvPr>
        </p:nvSpPr>
        <p:spPr>
          <a:xfrm>
            <a:off x="423750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9" name="Google Shape;1759;p42"/>
          <p:cNvSpPr txBox="1"/>
          <p:nvPr>
            <p:ph idx="3" type="body"/>
          </p:nvPr>
        </p:nvSpPr>
        <p:spPr>
          <a:xfrm>
            <a:off x="3276074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60" name="Google Shape;1760;p42"/>
          <p:cNvSpPr txBox="1"/>
          <p:nvPr>
            <p:ph idx="4" type="subTitle"/>
          </p:nvPr>
        </p:nvSpPr>
        <p:spPr>
          <a:xfrm>
            <a:off x="327607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1" name="Google Shape;1761;p42"/>
          <p:cNvSpPr/>
          <p:nvPr>
            <p:ph idx="5" type="pic"/>
          </p:nvPr>
        </p:nvSpPr>
        <p:spPr>
          <a:xfrm>
            <a:off x="423750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2" name="Google Shape;1762;p42"/>
          <p:cNvSpPr/>
          <p:nvPr>
            <p:ph idx="6" type="pic"/>
          </p:nvPr>
        </p:nvSpPr>
        <p:spPr>
          <a:xfrm>
            <a:off x="327607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3" name="Google Shape;1763;p42"/>
          <p:cNvSpPr txBox="1"/>
          <p:nvPr>
            <p:ph idx="7" type="body"/>
          </p:nvPr>
        </p:nvSpPr>
        <p:spPr>
          <a:xfrm>
            <a:off x="6128397" y="2391699"/>
            <a:ext cx="25869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/>
            </a:lvl9pPr>
          </a:lstStyle>
          <a:p/>
        </p:txBody>
      </p:sp>
      <p:sp>
        <p:nvSpPr>
          <p:cNvPr id="1764" name="Google Shape;1764;p42"/>
          <p:cNvSpPr txBox="1"/>
          <p:nvPr>
            <p:ph idx="8" type="subTitle"/>
          </p:nvPr>
        </p:nvSpPr>
        <p:spPr>
          <a:xfrm>
            <a:off x="6128391" y="2160100"/>
            <a:ext cx="2586900" cy="2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5" name="Google Shape;1765;p42"/>
          <p:cNvSpPr/>
          <p:nvPr>
            <p:ph idx="9" type="pic"/>
          </p:nvPr>
        </p:nvSpPr>
        <p:spPr>
          <a:xfrm>
            <a:off x="6128391" y="3022475"/>
            <a:ext cx="2586900" cy="18645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766" name="Google Shape;1766;p42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1_1_1_1_1_1_1_1_1_1_2_1_1_1_1_1_1_1_1_1_1_1_1_1_1_1_1_1_1"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43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769" name="Google Shape;1769;p4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770" name="Google Shape;1770;p4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3" name="Google Shape;1773;p4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4" name="Google Shape;1774;p4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5" name="Google Shape;1775;p4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6" name="Google Shape;1776;p4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7" name="Google Shape;1777;p4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8" name="Google Shape;1778;p4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79" name="Google Shape;1779;p4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0" name="Google Shape;1780;p4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1" name="Google Shape;1781;p4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2" name="Google Shape;1782;p4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3" name="Google Shape;1783;p4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4" name="Google Shape;1784;p4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5" name="Google Shape;1785;p4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6" name="Google Shape;1786;p4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7" name="Google Shape;1787;p4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8" name="Google Shape;1788;p4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89" name="Google Shape;1789;p4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0" name="Google Shape;1790;p4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1" name="Google Shape;1791;p4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2" name="Google Shape;1792;p4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3" name="Google Shape;1793;p4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4" name="Google Shape;1794;p4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5" name="Google Shape;1795;p4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6" name="Google Shape;1796;p4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7" name="Google Shape;1797;p4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8" name="Google Shape;1798;p4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99" name="Google Shape;1799;p4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0" name="Google Shape;1800;p4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1" name="Google Shape;1801;p4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2" name="Google Shape;1802;p4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3" name="Google Shape;1803;p4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4" name="Google Shape;1804;p4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5" name="Google Shape;1805;p4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6" name="Google Shape;1806;p4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7" name="Google Shape;1807;p4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8" name="Google Shape;1808;p4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09" name="Google Shape;1809;p4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0" name="Google Shape;1810;p4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1" name="Google Shape;1811;p4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2" name="Google Shape;1812;p4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3" name="Google Shape;1813;p4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4" name="Google Shape;1814;p4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5" name="Google Shape;1815;p4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6" name="Google Shape;1816;p4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7" name="Google Shape;1817;p4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8" name="Google Shape;1818;p4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19" name="Google Shape;1819;p4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0" name="Google Shape;1820;p4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1" name="Google Shape;1821;p4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2" name="Google Shape;1822;p4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3" name="Google Shape;1823;p4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4" name="Google Shape;1824;p4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5" name="Google Shape;1825;p4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6" name="Google Shape;1826;p4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7" name="Google Shape;1827;p4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28" name="Google Shape;1828;p4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29" name="Google Shape;1829;p4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43"/>
          <p:cNvSpPr/>
          <p:nvPr>
            <p:ph idx="2" type="pic"/>
          </p:nvPr>
        </p:nvSpPr>
        <p:spPr>
          <a:xfrm>
            <a:off x="436350" y="262350"/>
            <a:ext cx="8271300" cy="46188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31" name="Google Shape;1831;p4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1_1_1_1_1_1_1_1_1_1_2_1_1_1_1_1_1_1_1_1_1_1_1_1_1_1_1_1_1_1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p44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grpSp>
        <p:nvGrpSpPr>
          <p:cNvPr id="1834" name="Google Shape;1834;p44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1835" name="Google Shape;1835;p44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3" name="Google Shape;1843;p44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8" name="Google Shape;1848;p44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49" name="Google Shape;1849;p44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0" name="Google Shape;1850;p44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1" name="Google Shape;1851;p44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2" name="Google Shape;1852;p44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3" name="Google Shape;1853;p44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4" name="Google Shape;1854;p44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5" name="Google Shape;1855;p44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7" name="Google Shape;1857;p44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8" name="Google Shape;1858;p44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59" name="Google Shape;1859;p44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0" name="Google Shape;1860;p44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1" name="Google Shape;1861;p44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2" name="Google Shape;1862;p44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3" name="Google Shape;1863;p44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4" name="Google Shape;1864;p44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6" name="Google Shape;1876;p44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79" name="Google Shape;1879;p44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0" name="Google Shape;1880;p44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3" name="Google Shape;1883;p44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4" name="Google Shape;1884;p44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6" name="Google Shape;1886;p44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7" name="Google Shape;1887;p44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8" name="Google Shape;1888;p44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89" name="Google Shape;1889;p44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0" name="Google Shape;1890;p44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1" name="Google Shape;1891;p44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2" name="Google Shape;1892;p44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893" name="Google Shape;1893;p44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894" name="Google Shape;1894;p44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5" name="Google Shape;1895;p44"/>
          <p:cNvSpPr txBox="1"/>
          <p:nvPr>
            <p:ph type="title"/>
          </p:nvPr>
        </p:nvSpPr>
        <p:spPr>
          <a:xfrm>
            <a:off x="208725" y="344175"/>
            <a:ext cx="8729700" cy="88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96" name="Google Shape;1896;p44"/>
          <p:cNvSpPr/>
          <p:nvPr>
            <p:ph idx="2" type="pic"/>
          </p:nvPr>
        </p:nvSpPr>
        <p:spPr>
          <a:xfrm>
            <a:off x="208725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7" name="Google Shape;1897;p44"/>
          <p:cNvSpPr/>
          <p:nvPr>
            <p:ph idx="3" type="pic"/>
          </p:nvPr>
        </p:nvSpPr>
        <p:spPr>
          <a:xfrm>
            <a:off x="3154251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8" name="Google Shape;1898;p44"/>
          <p:cNvSpPr/>
          <p:nvPr>
            <p:ph idx="4" type="pic"/>
          </p:nvPr>
        </p:nvSpPr>
        <p:spPr>
          <a:xfrm>
            <a:off x="6099777" y="134445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899" name="Google Shape;1899;p44"/>
          <p:cNvSpPr/>
          <p:nvPr>
            <p:ph idx="5" type="pic"/>
          </p:nvPr>
        </p:nvSpPr>
        <p:spPr>
          <a:xfrm>
            <a:off x="208725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0" name="Google Shape;1900;p44"/>
          <p:cNvSpPr/>
          <p:nvPr>
            <p:ph idx="6" type="pic"/>
          </p:nvPr>
        </p:nvSpPr>
        <p:spPr>
          <a:xfrm>
            <a:off x="3154251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1" name="Google Shape;1901;p44"/>
          <p:cNvSpPr/>
          <p:nvPr>
            <p:ph idx="7" type="pic"/>
          </p:nvPr>
        </p:nvSpPr>
        <p:spPr>
          <a:xfrm>
            <a:off x="6099777" y="2611125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2" name="Google Shape;1902;p44"/>
          <p:cNvSpPr/>
          <p:nvPr>
            <p:ph idx="8" type="pic"/>
          </p:nvPr>
        </p:nvSpPr>
        <p:spPr>
          <a:xfrm>
            <a:off x="208725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3" name="Google Shape;1903;p44"/>
          <p:cNvSpPr/>
          <p:nvPr>
            <p:ph idx="9" type="pic"/>
          </p:nvPr>
        </p:nvSpPr>
        <p:spPr>
          <a:xfrm>
            <a:off x="3154251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4" name="Google Shape;1904;p44"/>
          <p:cNvSpPr/>
          <p:nvPr>
            <p:ph idx="13" type="pic"/>
          </p:nvPr>
        </p:nvSpPr>
        <p:spPr>
          <a:xfrm>
            <a:off x="6099777" y="3877800"/>
            <a:ext cx="2838600" cy="1151100"/>
          </a:xfrm>
          <a:prstGeom prst="roundRect">
            <a:avLst>
              <a:gd fmla="val 3854" name="adj"/>
            </a:avLst>
          </a:prstGeom>
          <a:noFill/>
          <a:ln>
            <a:noFill/>
          </a:ln>
        </p:spPr>
      </p:sp>
      <p:sp>
        <p:nvSpPr>
          <p:cNvPr id="1905" name="Google Shape;1905;p44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57925"/>
            <a:ext cx="6411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exend"/>
              <a:buNone/>
              <a:defRPr sz="4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239450" y="2823325"/>
            <a:ext cx="3145800" cy="2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●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○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Lexend Light"/>
              <a:buChar char="■"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196">
          <p15:clr>
            <a:srgbClr val="E46962"/>
          </p15:clr>
        </p15:guide>
        <p15:guide id="7" orient="horz" pos="936">
          <p15:clr>
            <a:srgbClr val="E46962"/>
          </p15:clr>
        </p15:guide>
        <p15:guide id="8" orient="horz" pos="68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45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1911" name="Google Shape;1911;p45"/>
          <p:cNvSpPr txBox="1"/>
          <p:nvPr>
            <p:ph type="title"/>
          </p:nvPr>
        </p:nvSpPr>
        <p:spPr>
          <a:xfrm>
            <a:off x="-529400" y="1485900"/>
            <a:ext cx="6287400" cy="19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Volatility Analysis of AMZN: Implied vs. Historical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FRE-GY 6083 Final Project</a:t>
            </a:r>
            <a:endParaRPr sz="2000"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45"/>
          <p:cNvSpPr txBox="1"/>
          <p:nvPr>
            <p:ph idx="3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 </a:t>
            </a:r>
            <a:endParaRPr/>
          </a:p>
        </p:txBody>
      </p:sp>
      <p:sp>
        <p:nvSpPr>
          <p:cNvPr id="1913" name="Google Shape;1913;p45"/>
          <p:cNvSpPr txBox="1"/>
          <p:nvPr>
            <p:ph idx="4" type="body"/>
          </p:nvPr>
        </p:nvSpPr>
        <p:spPr>
          <a:xfrm>
            <a:off x="940775" y="-39600"/>
            <a:ext cx="38103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    Course Number    Section    Time    Location</a:t>
            </a:r>
            <a:endParaRPr/>
          </a:p>
        </p:txBody>
      </p:sp>
      <p:pic>
        <p:nvPicPr>
          <p:cNvPr id="1914" name="Google Shape;191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7300" y="225075"/>
            <a:ext cx="3846700" cy="23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5" name="Google Shape;191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7300" y="2620325"/>
            <a:ext cx="3846700" cy="25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46"/>
          <p:cNvSpPr/>
          <p:nvPr/>
        </p:nvSpPr>
        <p:spPr>
          <a:xfrm>
            <a:off x="275275" y="1277600"/>
            <a:ext cx="3974700" cy="1704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46"/>
          <p:cNvSpPr/>
          <p:nvPr/>
        </p:nvSpPr>
        <p:spPr>
          <a:xfrm>
            <a:off x="4990525" y="1277600"/>
            <a:ext cx="3345300" cy="17271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22" name="Google Shape;1922;p46"/>
          <p:cNvGrpSpPr/>
          <p:nvPr/>
        </p:nvGrpSpPr>
        <p:grpSpPr>
          <a:xfrm>
            <a:off x="5083838" y="1378915"/>
            <a:ext cx="277873" cy="68400"/>
            <a:chOff x="5024113" y="2416840"/>
            <a:chExt cx="277873" cy="68400"/>
          </a:xfrm>
        </p:grpSpPr>
        <p:sp>
          <p:nvSpPr>
            <p:cNvPr id="1923" name="Google Shape;1923;p4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4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4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6" name="Google Shape;1926;p46"/>
          <p:cNvGrpSpPr/>
          <p:nvPr/>
        </p:nvGrpSpPr>
        <p:grpSpPr>
          <a:xfrm>
            <a:off x="335594" y="1362605"/>
            <a:ext cx="246334" cy="57429"/>
            <a:chOff x="411700" y="2416840"/>
            <a:chExt cx="277873" cy="68400"/>
          </a:xfrm>
        </p:grpSpPr>
        <p:sp>
          <p:nvSpPr>
            <p:cNvPr id="1927" name="Google Shape;1927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0" name="Google Shape;1930;p46"/>
          <p:cNvSpPr txBox="1"/>
          <p:nvPr>
            <p:ph idx="4" type="subTitle"/>
          </p:nvPr>
        </p:nvSpPr>
        <p:spPr>
          <a:xfrm>
            <a:off x="275275" y="1420025"/>
            <a:ext cx="38919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Calculate implied volatility from option prices using the Black-Scholes model, for AMZN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Compare implied volatility with historical volatility.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Explore trading opportunities based on the difference between implied and historical volatility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46"/>
          <p:cNvSpPr txBox="1"/>
          <p:nvPr>
            <p:ph idx="5" type="subTitle"/>
          </p:nvPr>
        </p:nvSpPr>
        <p:spPr>
          <a:xfrm>
            <a:off x="4976225" y="1510275"/>
            <a:ext cx="38919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Market Sentiment and Expectations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Pricing and Risk Management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Potential for Trading Opportunities</a:t>
            </a:r>
            <a:endParaRPr sz="1000"/>
          </a:p>
        </p:txBody>
      </p:sp>
      <p:sp>
        <p:nvSpPr>
          <p:cNvPr id="1932" name="Google Shape;1932;p46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46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46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46"/>
          <p:cNvSpPr txBox="1"/>
          <p:nvPr>
            <p:ph type="title"/>
          </p:nvPr>
        </p:nvSpPr>
        <p:spPr>
          <a:xfrm>
            <a:off x="218125" y="391500"/>
            <a:ext cx="7556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46"/>
          <p:cNvSpPr/>
          <p:nvPr/>
        </p:nvSpPr>
        <p:spPr>
          <a:xfrm>
            <a:off x="379725" y="834700"/>
            <a:ext cx="1764600" cy="360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Main Objectives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37" name="Google Shape;1937;p46"/>
          <p:cNvSpPr/>
          <p:nvPr/>
        </p:nvSpPr>
        <p:spPr>
          <a:xfrm>
            <a:off x="5135175" y="834700"/>
            <a:ext cx="2486700" cy="3603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Why this project matters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938" name="Google Shape;1938;p46"/>
          <p:cNvSpPr/>
          <p:nvPr/>
        </p:nvSpPr>
        <p:spPr>
          <a:xfrm>
            <a:off x="379725" y="3612800"/>
            <a:ext cx="3870300" cy="14568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9" name="Google Shape;1939;p46"/>
          <p:cNvSpPr/>
          <p:nvPr/>
        </p:nvSpPr>
        <p:spPr>
          <a:xfrm>
            <a:off x="4990525" y="3612800"/>
            <a:ext cx="3345300" cy="14568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40" name="Google Shape;1940;p46"/>
          <p:cNvGrpSpPr/>
          <p:nvPr/>
        </p:nvGrpSpPr>
        <p:grpSpPr>
          <a:xfrm>
            <a:off x="5055884" y="3665474"/>
            <a:ext cx="242805" cy="52682"/>
            <a:chOff x="5024113" y="2416840"/>
            <a:chExt cx="277873" cy="68400"/>
          </a:xfrm>
        </p:grpSpPr>
        <p:sp>
          <p:nvSpPr>
            <p:cNvPr id="1941" name="Google Shape;1941;p46"/>
            <p:cNvSpPr/>
            <p:nvPr/>
          </p:nvSpPr>
          <p:spPr>
            <a:xfrm>
              <a:off x="5024113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46"/>
            <p:cNvSpPr/>
            <p:nvPr/>
          </p:nvSpPr>
          <p:spPr>
            <a:xfrm>
              <a:off x="5128849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46"/>
            <p:cNvSpPr/>
            <p:nvPr/>
          </p:nvSpPr>
          <p:spPr>
            <a:xfrm>
              <a:off x="5233585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44" name="Google Shape;1944;p46"/>
          <p:cNvGrpSpPr/>
          <p:nvPr/>
        </p:nvGrpSpPr>
        <p:grpSpPr>
          <a:xfrm>
            <a:off x="427575" y="3665474"/>
            <a:ext cx="242805" cy="52682"/>
            <a:chOff x="411700" y="2416840"/>
            <a:chExt cx="277873" cy="68400"/>
          </a:xfrm>
        </p:grpSpPr>
        <p:sp>
          <p:nvSpPr>
            <p:cNvPr id="1945" name="Google Shape;1945;p4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4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4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8" name="Google Shape;1948;p46"/>
          <p:cNvSpPr txBox="1"/>
          <p:nvPr>
            <p:ph idx="4" type="subTitle"/>
          </p:nvPr>
        </p:nvSpPr>
        <p:spPr>
          <a:xfrm>
            <a:off x="275275" y="3715675"/>
            <a:ext cx="3891900" cy="13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Value of the volatility of the underlying instrument which, when input in an option pricing model (usually Black–Scholes), will return a theoretical value equal to the price of the option.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Reflects the market’s expectation of future price movement.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46"/>
          <p:cNvSpPr txBox="1"/>
          <p:nvPr>
            <p:ph idx="5" type="subTitle"/>
          </p:nvPr>
        </p:nvSpPr>
        <p:spPr>
          <a:xfrm>
            <a:off x="4990516" y="3800276"/>
            <a:ext cx="3400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statistical measure of the dispersion of returns for a given security or market index over a given period of time.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Measures past volatility by calculating standard deviation of returns.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0" name="Google Shape;1950;p46"/>
          <p:cNvSpPr/>
          <p:nvPr/>
        </p:nvSpPr>
        <p:spPr>
          <a:xfrm>
            <a:off x="379725" y="3116963"/>
            <a:ext cx="1852200" cy="360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Implied Volatility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951" name="Google Shape;1951;p46"/>
          <p:cNvSpPr/>
          <p:nvPr/>
        </p:nvSpPr>
        <p:spPr>
          <a:xfrm>
            <a:off x="5083850" y="3128600"/>
            <a:ext cx="2486700" cy="360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Historical Volatility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p47"/>
          <p:cNvSpPr/>
          <p:nvPr/>
        </p:nvSpPr>
        <p:spPr>
          <a:xfrm>
            <a:off x="141125" y="973125"/>
            <a:ext cx="3496800" cy="39264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57" name="Google Shape;1957;p47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47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47"/>
          <p:cNvSpPr txBox="1"/>
          <p:nvPr/>
        </p:nvSpPr>
        <p:spPr>
          <a:xfrm>
            <a:off x="309426" y="1108748"/>
            <a:ext cx="3743700" cy="3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Black-Scholes Model: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60" name="Google Shape;1960;p47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47"/>
          <p:cNvSpPr txBox="1"/>
          <p:nvPr>
            <p:ph type="title"/>
          </p:nvPr>
        </p:nvSpPr>
        <p:spPr>
          <a:xfrm>
            <a:off x="218125" y="391500"/>
            <a:ext cx="7556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Implied Volatility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47"/>
          <p:cNvSpPr/>
          <p:nvPr/>
        </p:nvSpPr>
        <p:spPr>
          <a:xfrm>
            <a:off x="3965700" y="1227000"/>
            <a:ext cx="5037300" cy="25707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63" name="Google Shape;1963;p47"/>
          <p:cNvGrpSpPr/>
          <p:nvPr/>
        </p:nvGrpSpPr>
        <p:grpSpPr>
          <a:xfrm flipH="1" rot="10800000">
            <a:off x="4069547" y="1329738"/>
            <a:ext cx="277873" cy="83701"/>
            <a:chOff x="411700" y="2420932"/>
            <a:chExt cx="277873" cy="68400"/>
          </a:xfrm>
        </p:grpSpPr>
        <p:sp>
          <p:nvSpPr>
            <p:cNvPr id="1964" name="Google Shape;1964;p4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4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4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7" name="Google Shape;1967;p47"/>
          <p:cNvGrpSpPr/>
          <p:nvPr/>
        </p:nvGrpSpPr>
        <p:grpSpPr>
          <a:xfrm flipH="1" rot="10800000">
            <a:off x="234697" y="1035799"/>
            <a:ext cx="277873" cy="83701"/>
            <a:chOff x="411700" y="2420932"/>
            <a:chExt cx="277873" cy="68400"/>
          </a:xfrm>
        </p:grpSpPr>
        <p:sp>
          <p:nvSpPr>
            <p:cNvPr id="1968" name="Google Shape;1968;p47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47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47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71" name="Google Shape;19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350" y="1560237"/>
            <a:ext cx="2497325" cy="68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2" name="Google Shape;197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4050" y="3138050"/>
            <a:ext cx="2319425" cy="89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3" name="Google Shape;1973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350" y="2424963"/>
            <a:ext cx="1942725" cy="53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4" name="Google Shape;1974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69538" y="1490262"/>
            <a:ext cx="4829625" cy="21629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48"/>
          <p:cNvSpPr/>
          <p:nvPr/>
        </p:nvSpPr>
        <p:spPr>
          <a:xfrm>
            <a:off x="141125" y="973125"/>
            <a:ext cx="4564500" cy="3926400"/>
          </a:xfrm>
          <a:prstGeom prst="roundRect">
            <a:avLst>
              <a:gd fmla="val 4934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endParaRPr/>
          </a:p>
        </p:txBody>
      </p:sp>
      <p:sp>
        <p:nvSpPr>
          <p:cNvPr id="1980" name="Google Shape;1980;p48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48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8"/>
          <p:cNvSpPr txBox="1"/>
          <p:nvPr/>
        </p:nvSpPr>
        <p:spPr>
          <a:xfrm>
            <a:off x="309425" y="1108750"/>
            <a:ext cx="4262700" cy="3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Collect Daily Returns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Calculate the Standard Deviation of Daily Returns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Average daily return: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Variance of daily returns: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Standard deviation: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Annualize the Daily Standard Deviation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983" name="Google Shape;1983;p48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8"/>
          <p:cNvSpPr txBox="1"/>
          <p:nvPr>
            <p:ph type="title"/>
          </p:nvPr>
        </p:nvSpPr>
        <p:spPr>
          <a:xfrm>
            <a:off x="218125" y="391500"/>
            <a:ext cx="7556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Historical Volatility </a:t>
            </a: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Implementation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5" name="Google Shape;198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575" y="1485900"/>
            <a:ext cx="992925" cy="43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p48"/>
          <p:cNvPicPr preferRelativeResize="0"/>
          <p:nvPr/>
        </p:nvPicPr>
        <p:blipFill rotWithShape="1">
          <a:blip r:embed="rId4">
            <a:alphaModFix/>
          </a:blip>
          <a:srcRect b="-13520" l="0" r="0" t="13519"/>
          <a:stretch/>
        </p:blipFill>
        <p:spPr>
          <a:xfrm>
            <a:off x="2595650" y="2347825"/>
            <a:ext cx="721125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2450" y="2705475"/>
            <a:ext cx="1619400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8" name="Google Shape;1988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1175" y="3167175"/>
            <a:ext cx="1423975" cy="306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9" name="Google Shape;1989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0575" y="3999175"/>
            <a:ext cx="1619400" cy="421718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48"/>
          <p:cNvSpPr/>
          <p:nvPr/>
        </p:nvSpPr>
        <p:spPr>
          <a:xfrm>
            <a:off x="4849075" y="1227000"/>
            <a:ext cx="4185000" cy="25707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1" name="Google Shape;1991;p48"/>
          <p:cNvGrpSpPr/>
          <p:nvPr/>
        </p:nvGrpSpPr>
        <p:grpSpPr>
          <a:xfrm flipH="1" rot="10800000">
            <a:off x="4919247" y="1327312"/>
            <a:ext cx="277873" cy="83701"/>
            <a:chOff x="411700" y="2420932"/>
            <a:chExt cx="277873" cy="68400"/>
          </a:xfrm>
        </p:grpSpPr>
        <p:sp>
          <p:nvSpPr>
            <p:cNvPr id="1992" name="Google Shape;1992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995" name="Google Shape;1995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19250" y="1560263"/>
            <a:ext cx="4043955" cy="200622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996" name="Google Shape;1996;p48"/>
          <p:cNvGrpSpPr/>
          <p:nvPr/>
        </p:nvGrpSpPr>
        <p:grpSpPr>
          <a:xfrm flipH="1" rot="10800000">
            <a:off x="234697" y="1035799"/>
            <a:ext cx="277873" cy="83701"/>
            <a:chOff x="411700" y="2420932"/>
            <a:chExt cx="277873" cy="68400"/>
          </a:xfrm>
        </p:grpSpPr>
        <p:sp>
          <p:nvSpPr>
            <p:cNvPr id="1997" name="Google Shape;1997;p48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48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48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49"/>
          <p:cNvSpPr txBox="1"/>
          <p:nvPr>
            <p:ph idx="1" type="body"/>
          </p:nvPr>
        </p:nvSpPr>
        <p:spPr>
          <a:xfrm>
            <a:off x="7895425" y="-39600"/>
            <a:ext cx="11385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9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 b="1"/>
          </a:p>
        </p:txBody>
      </p:sp>
      <p:sp>
        <p:nvSpPr>
          <p:cNvPr id="2006" name="Google Shape;2006;p49"/>
          <p:cNvSpPr txBox="1"/>
          <p:nvPr>
            <p:ph idx="3" type="body"/>
          </p:nvPr>
        </p:nvSpPr>
        <p:spPr>
          <a:xfrm>
            <a:off x="940775" y="-39600"/>
            <a:ext cx="38103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49"/>
          <p:cNvSpPr txBox="1"/>
          <p:nvPr>
            <p:ph type="title"/>
          </p:nvPr>
        </p:nvSpPr>
        <p:spPr>
          <a:xfrm>
            <a:off x="218125" y="391500"/>
            <a:ext cx="7556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Implied Volatility VS. Historical Volatility Comparison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49"/>
          <p:cNvSpPr/>
          <p:nvPr/>
        </p:nvSpPr>
        <p:spPr>
          <a:xfrm>
            <a:off x="167325" y="1176000"/>
            <a:ext cx="4241100" cy="3375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09" name="Google Shape;2009;p49"/>
          <p:cNvGrpSpPr/>
          <p:nvPr/>
        </p:nvGrpSpPr>
        <p:grpSpPr>
          <a:xfrm flipH="1" rot="10800000">
            <a:off x="271172" y="1278738"/>
            <a:ext cx="277873" cy="83701"/>
            <a:chOff x="411700" y="2420932"/>
            <a:chExt cx="277873" cy="68400"/>
          </a:xfrm>
        </p:grpSpPr>
        <p:sp>
          <p:nvSpPr>
            <p:cNvPr id="2010" name="Google Shape;2010;p4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4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4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13" name="Google Shape;2013;p4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50" y="1581275"/>
            <a:ext cx="4009851" cy="2826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14" name="Google Shape;2014;p49"/>
          <p:cNvSpPr/>
          <p:nvPr/>
        </p:nvSpPr>
        <p:spPr>
          <a:xfrm>
            <a:off x="4657800" y="1176000"/>
            <a:ext cx="4277400" cy="3375000"/>
          </a:xfrm>
          <a:prstGeom prst="roundRect">
            <a:avLst>
              <a:gd fmla="val 4803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5" name="Google Shape;2015;p49"/>
          <p:cNvGrpSpPr/>
          <p:nvPr/>
        </p:nvGrpSpPr>
        <p:grpSpPr>
          <a:xfrm flipH="1" rot="10800000">
            <a:off x="4754347" y="1756938"/>
            <a:ext cx="277873" cy="83701"/>
            <a:chOff x="411700" y="2420932"/>
            <a:chExt cx="277873" cy="68400"/>
          </a:xfrm>
        </p:grpSpPr>
        <p:sp>
          <p:nvSpPr>
            <p:cNvPr id="2016" name="Google Shape;2016;p4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4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4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019" name="Google Shape;2019;p49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1075" y="1581275"/>
            <a:ext cx="4066701" cy="2826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20" name="Google Shape;2020;p49"/>
          <p:cNvGrpSpPr/>
          <p:nvPr/>
        </p:nvGrpSpPr>
        <p:grpSpPr>
          <a:xfrm flipH="1" rot="10800000">
            <a:off x="4809397" y="1278738"/>
            <a:ext cx="277873" cy="83701"/>
            <a:chOff x="411700" y="2420932"/>
            <a:chExt cx="277873" cy="68400"/>
          </a:xfrm>
        </p:grpSpPr>
        <p:sp>
          <p:nvSpPr>
            <p:cNvPr id="2021" name="Google Shape;2021;p49"/>
            <p:cNvSpPr/>
            <p:nvPr/>
          </p:nvSpPr>
          <p:spPr>
            <a:xfrm>
              <a:off x="411700" y="2420932"/>
              <a:ext cx="68400" cy="68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49"/>
            <p:cNvSpPr/>
            <p:nvPr/>
          </p:nvSpPr>
          <p:spPr>
            <a:xfrm>
              <a:off x="516436" y="2420932"/>
              <a:ext cx="68400" cy="684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49"/>
            <p:cNvSpPr/>
            <p:nvPr/>
          </p:nvSpPr>
          <p:spPr>
            <a:xfrm>
              <a:off x="621173" y="2420932"/>
              <a:ext cx="68400" cy="6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0"/>
          <p:cNvSpPr/>
          <p:nvPr/>
        </p:nvSpPr>
        <p:spPr>
          <a:xfrm>
            <a:off x="206425" y="747200"/>
            <a:ext cx="8533200" cy="19734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50"/>
          <p:cNvSpPr/>
          <p:nvPr/>
        </p:nvSpPr>
        <p:spPr>
          <a:xfrm>
            <a:off x="3470612" y="827538"/>
            <a:ext cx="2217900" cy="16038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50"/>
          <p:cNvSpPr/>
          <p:nvPr/>
        </p:nvSpPr>
        <p:spPr>
          <a:xfrm>
            <a:off x="6080313" y="842050"/>
            <a:ext cx="2217900" cy="16038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50"/>
          <p:cNvSpPr/>
          <p:nvPr/>
        </p:nvSpPr>
        <p:spPr>
          <a:xfrm>
            <a:off x="766205" y="810450"/>
            <a:ext cx="2217900" cy="16038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2" name="Google Shape;2032;p50"/>
          <p:cNvSpPr txBox="1"/>
          <p:nvPr>
            <p:ph idx="2" type="body"/>
          </p:nvPr>
        </p:nvSpPr>
        <p:spPr>
          <a:xfrm>
            <a:off x="167325" y="-39600"/>
            <a:ext cx="11697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Name</a:t>
            </a:r>
            <a:endParaRPr/>
          </a:p>
        </p:txBody>
      </p:sp>
      <p:sp>
        <p:nvSpPr>
          <p:cNvPr id="2033" name="Google Shape;2033;p50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4" name="Google Shape;2034;p50"/>
          <p:cNvSpPr txBox="1"/>
          <p:nvPr/>
        </p:nvSpPr>
        <p:spPr>
          <a:xfrm>
            <a:off x="766206" y="781655"/>
            <a:ext cx="221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Selling options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35" name="Google Shape;2035;p50"/>
          <p:cNvSpPr txBox="1"/>
          <p:nvPr/>
        </p:nvSpPr>
        <p:spPr>
          <a:xfrm>
            <a:off x="3470623" y="834688"/>
            <a:ext cx="260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Writing Strangles/Straddles</a:t>
            </a:r>
            <a:endParaRPr b="1"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6" name="Google Shape;2036;p50"/>
          <p:cNvSpPr txBox="1"/>
          <p:nvPr/>
        </p:nvSpPr>
        <p:spPr>
          <a:xfrm>
            <a:off x="6020365" y="834692"/>
            <a:ext cx="221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Volatility Arbitrage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37" name="Google Shape;2037;p50"/>
          <p:cNvSpPr txBox="1"/>
          <p:nvPr/>
        </p:nvSpPr>
        <p:spPr>
          <a:xfrm>
            <a:off x="825900" y="932125"/>
            <a:ext cx="2158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Covered Calls: price of the underlying asset not rise much above the strike price / remain relatively stable.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Naked Calls: benefits by collecting a high premium, betting that the price of the underlying will stay below the strike price.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8" name="Google Shape;2038;p50"/>
          <p:cNvSpPr txBox="1"/>
          <p:nvPr/>
        </p:nvSpPr>
        <p:spPr>
          <a:xfrm>
            <a:off x="3625267" y="1056959"/>
            <a:ext cx="19086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-premium for both the call and put options is inflated.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-the underlying asset (AMZN) will remain between the strike prices of the call and put.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39" name="Google Shape;2039;p50"/>
          <p:cNvSpPr txBox="1"/>
          <p:nvPr/>
        </p:nvSpPr>
        <p:spPr>
          <a:xfrm>
            <a:off x="6175014" y="1152836"/>
            <a:ext cx="19086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-profit from this by betting that the implied volatility will revert to more normal (historical) levels.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40" name="Google Shape;2040;p50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50"/>
          <p:cNvSpPr txBox="1"/>
          <p:nvPr>
            <p:ph type="title"/>
          </p:nvPr>
        </p:nvSpPr>
        <p:spPr>
          <a:xfrm>
            <a:off x="114300" y="294988"/>
            <a:ext cx="75564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Trading Strategies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50"/>
          <p:cNvSpPr/>
          <p:nvPr/>
        </p:nvSpPr>
        <p:spPr>
          <a:xfrm>
            <a:off x="2984100" y="477913"/>
            <a:ext cx="3099000" cy="3078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When IV &gt; HV (Option overvaluation)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43" name="Google Shape;2043;p50"/>
          <p:cNvSpPr/>
          <p:nvPr/>
        </p:nvSpPr>
        <p:spPr>
          <a:xfrm>
            <a:off x="1042787" y="2502175"/>
            <a:ext cx="6539700" cy="1572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Profit from higher option prices relative to realized volatility.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44" name="Google Shape;2044;p50"/>
          <p:cNvSpPr/>
          <p:nvPr/>
        </p:nvSpPr>
        <p:spPr>
          <a:xfrm>
            <a:off x="167325" y="2952825"/>
            <a:ext cx="8572500" cy="2095500"/>
          </a:xfrm>
          <a:prstGeom prst="roundRect">
            <a:avLst>
              <a:gd fmla="val 1969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st="19050">
              <a:srgbClr val="000000">
                <a:alpha val="11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5" name="Google Shape;2045;p50"/>
          <p:cNvSpPr/>
          <p:nvPr/>
        </p:nvSpPr>
        <p:spPr>
          <a:xfrm>
            <a:off x="3461240" y="3092217"/>
            <a:ext cx="2284500" cy="16803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6" name="Google Shape;2046;p50"/>
          <p:cNvSpPr/>
          <p:nvPr/>
        </p:nvSpPr>
        <p:spPr>
          <a:xfrm>
            <a:off x="6087484" y="3092217"/>
            <a:ext cx="2284500" cy="16803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50"/>
          <p:cNvSpPr/>
          <p:nvPr/>
        </p:nvSpPr>
        <p:spPr>
          <a:xfrm>
            <a:off x="834996" y="3092217"/>
            <a:ext cx="2284500" cy="1680300"/>
          </a:xfrm>
          <a:prstGeom prst="roundRect">
            <a:avLst>
              <a:gd fmla="val 4721" name="adj"/>
            </a:avLst>
          </a:prstGeom>
          <a:solidFill>
            <a:schemeClr val="lt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50"/>
          <p:cNvSpPr txBox="1"/>
          <p:nvPr/>
        </p:nvSpPr>
        <p:spPr>
          <a:xfrm>
            <a:off x="835024" y="3050356"/>
            <a:ext cx="228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Buying options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49" name="Google Shape;2049;p50"/>
          <p:cNvSpPr txBox="1"/>
          <p:nvPr/>
        </p:nvSpPr>
        <p:spPr>
          <a:xfrm>
            <a:off x="3461250" y="3150394"/>
            <a:ext cx="236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Long Volatility Strategies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0" name="Google Shape;2050;p50"/>
          <p:cNvSpPr txBox="1"/>
          <p:nvPr/>
        </p:nvSpPr>
        <p:spPr>
          <a:xfrm>
            <a:off x="6087486" y="3076306"/>
            <a:ext cx="2284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Synthetic Long Position (Call + Put)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51" name="Google Shape;2051;p50"/>
          <p:cNvSpPr txBox="1"/>
          <p:nvPr/>
        </p:nvSpPr>
        <p:spPr>
          <a:xfrm>
            <a:off x="994350" y="3282025"/>
            <a:ext cx="2125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Straddles: underlying asset will make a significant move in either direction, an increase in volatility, higher option premiums.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Strangles: more room for underlying asset to move, potential for significant profits from a large price movement.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2" name="Google Shape;2052;p50"/>
          <p:cNvSpPr txBox="1"/>
          <p:nvPr/>
        </p:nvSpPr>
        <p:spPr>
          <a:xfrm>
            <a:off x="3620525" y="3451035"/>
            <a:ext cx="1965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-as volatility increases, option premiums rise, leading to potential profits from long volatility positions.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2053" name="Google Shape;2053;p50"/>
          <p:cNvSpPr txBox="1"/>
          <p:nvPr/>
        </p:nvSpPr>
        <p:spPr>
          <a:xfrm>
            <a:off x="6246748" y="3433698"/>
            <a:ext cx="1965900" cy="16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-allows the trader to capture large price movements in either direction, with the expectation that volatility will increase and the options will appreciate in value.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4" name="Google Shape;2054;p50"/>
          <p:cNvSpPr/>
          <p:nvPr/>
        </p:nvSpPr>
        <p:spPr>
          <a:xfrm>
            <a:off x="1085625" y="4841122"/>
            <a:ext cx="6735900" cy="164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Profit from potential future volatility increase.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055" name="Google Shape;2055;p50"/>
          <p:cNvSpPr/>
          <p:nvPr/>
        </p:nvSpPr>
        <p:spPr>
          <a:xfrm>
            <a:off x="2984100" y="2747313"/>
            <a:ext cx="3099000" cy="276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When IV &lt; HV (Option undervaluation)</a:t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9" name="Shape 2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Google Shape;2060;p51"/>
          <p:cNvSpPr/>
          <p:nvPr/>
        </p:nvSpPr>
        <p:spPr>
          <a:xfrm>
            <a:off x="695825" y="1620625"/>
            <a:ext cx="6813300" cy="8925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1" name="Google Shape;2061;p51"/>
          <p:cNvGrpSpPr/>
          <p:nvPr/>
        </p:nvGrpSpPr>
        <p:grpSpPr>
          <a:xfrm>
            <a:off x="6849475" y="1809363"/>
            <a:ext cx="429650" cy="431375"/>
            <a:chOff x="6684050" y="721788"/>
            <a:chExt cx="429650" cy="431375"/>
          </a:xfrm>
        </p:grpSpPr>
        <p:sp>
          <p:nvSpPr>
            <p:cNvPr id="2062" name="Google Shape;2062;p51"/>
            <p:cNvSpPr/>
            <p:nvPr/>
          </p:nvSpPr>
          <p:spPr>
            <a:xfrm>
              <a:off x="6684050" y="721788"/>
              <a:ext cx="342900" cy="342900"/>
            </a:xfrm>
            <a:prstGeom prst="ellipse">
              <a:avLst/>
            </a:prstGeom>
            <a:solidFill>
              <a:schemeClr val="accent1"/>
            </a:solidFill>
            <a:ln cap="flat" cmpd="sng" w="285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3" name="Google Shape;2063;p51"/>
            <p:cNvCxnSpPr/>
            <p:nvPr/>
          </p:nvCxnSpPr>
          <p:spPr>
            <a:xfrm>
              <a:off x="6973000" y="1012463"/>
              <a:ext cx="140700" cy="140700"/>
            </a:xfrm>
            <a:prstGeom prst="straightConnector1">
              <a:avLst/>
            </a:prstGeom>
            <a:noFill/>
            <a:ln cap="flat" cmpd="sng" w="2857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64" name="Google Shape;2064;p51"/>
          <p:cNvSpPr txBox="1"/>
          <p:nvPr>
            <p:ph idx="2" type="body"/>
          </p:nvPr>
        </p:nvSpPr>
        <p:spPr>
          <a:xfrm>
            <a:off x="167325" y="-39600"/>
            <a:ext cx="11697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Name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5" name="Google Shape;2065;p51"/>
          <p:cNvSpPr txBox="1"/>
          <p:nvPr>
            <p:ph idx="3" type="body"/>
          </p:nvPr>
        </p:nvSpPr>
        <p:spPr>
          <a:xfrm>
            <a:off x="940775" y="-39600"/>
            <a:ext cx="38103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Department    Course Number    Section    Time    Location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66" name="Google Shape;2066;p51"/>
          <p:cNvCxnSpPr/>
          <p:nvPr/>
        </p:nvCxnSpPr>
        <p:spPr>
          <a:xfrm rot="10800000">
            <a:off x="4702300" y="1707475"/>
            <a:ext cx="0" cy="718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7" name="Google Shape;2067;p51"/>
          <p:cNvSpPr txBox="1"/>
          <p:nvPr>
            <p:ph type="title"/>
          </p:nvPr>
        </p:nvSpPr>
        <p:spPr>
          <a:xfrm>
            <a:off x="1337025" y="1642075"/>
            <a:ext cx="49662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2068" name="Google Shape;2068;p51"/>
          <p:cNvSpPr txBox="1"/>
          <p:nvPr>
            <p:ph idx="1" type="body"/>
          </p:nvPr>
        </p:nvSpPr>
        <p:spPr>
          <a:xfrm>
            <a:off x="7509125" y="-39600"/>
            <a:ext cx="1524900" cy="43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DATE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t To Know Me">
  <a:themeElements>
    <a:clrScheme name="Simple Light">
      <a:dk1>
        <a:srgbClr val="000000"/>
      </a:dk1>
      <a:lt1>
        <a:srgbClr val="4F4F4F"/>
      </a:lt1>
      <a:dk2>
        <a:srgbClr val="E7E7E7"/>
      </a:dk2>
      <a:lt2>
        <a:srgbClr val="FFFFFF"/>
      </a:lt2>
      <a:accent1>
        <a:srgbClr val="F4F2F2"/>
      </a:accent1>
      <a:accent2>
        <a:srgbClr val="119BFE"/>
      </a:accent2>
      <a:accent3>
        <a:srgbClr val="FF6B4D"/>
      </a:accent3>
      <a:accent4>
        <a:srgbClr val="28C840"/>
      </a:accent4>
      <a:accent5>
        <a:srgbClr val="FFC600"/>
      </a:accent5>
      <a:accent6>
        <a:srgbClr val="CCCCCC"/>
      </a:accent6>
      <a:hlink>
        <a:srgbClr val="E2AFD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